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Gmarket Sans Medium" panose="020B0600000101010101" charset="-127"/>
      <p:regular r:id="rId9"/>
    </p:embeddedFont>
    <p:embeddedFont>
      <p:font typeface="Pretendard Light" panose="020B0600000101010101" charset="-127"/>
      <p:regular r:id="rId10"/>
    </p:embeddedFont>
    <p:embeddedFont>
      <p:font typeface="Pretendard Regular" panose="020B0600000101010101" charset="-127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png"/><Relationship Id="rId5" Type="http://schemas.openxmlformats.org/officeDocument/2006/relationships/image" Target="../media/image18.png"/><Relationship Id="rId10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2.png"/><Relationship Id="rId5" Type="http://schemas.openxmlformats.org/officeDocument/2006/relationships/image" Target="../media/image18.png"/><Relationship Id="rId10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7.png"/><Relationship Id="rId5" Type="http://schemas.openxmlformats.org/officeDocument/2006/relationships/image" Target="../media/image18.png"/><Relationship Id="rId10" Type="http://schemas.openxmlformats.org/officeDocument/2006/relationships/image" Target="../media/image36.png"/><Relationship Id="rId4" Type="http://schemas.openxmlformats.org/officeDocument/2006/relationships/image" Target="../media/image17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16002000" cy="803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952500"/>
            <a:ext cx="16344900" cy="850900"/>
          </a:xfrm>
          <a:prstGeom prst="rect">
            <a:avLst/>
          </a:prstGeom>
          <a:effectLst>
            <a:outerShdw dist="39040" dir="5400000">
              <a:srgbClr val="9E9E9E">
                <a:alpha val="100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4394200" y="7658100"/>
            <a:ext cx="9486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    202410923       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ㅣ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     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박세준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1181100"/>
            <a:ext cx="342900" cy="34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-279400"/>
            <a:ext cx="139700" cy="172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3600" y="1181100"/>
            <a:ext cx="3429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5200" y="-279400"/>
            <a:ext cx="139700" cy="1727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632200" y="3822700"/>
            <a:ext cx="11023600" cy="356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0800" b="0" i="0" u="none" strike="noStrike" spc="-400">
                <a:solidFill>
                  <a:srgbClr val="9E9E9E"/>
                </a:solidFill>
                <a:ea typeface="Gmarket Sans Medium"/>
              </a:rPr>
              <a:t>영어단어암기</a:t>
            </a:r>
          </a:p>
          <a:p>
            <a:pPr lvl="0" algn="ctr">
              <a:lnSpc>
                <a:spcPct val="99600"/>
              </a:lnSpc>
            </a:pPr>
            <a:r>
              <a:rPr lang="ko-KR" sz="7000" b="0" i="0" u="none" strike="noStrike" spc="-300">
                <a:solidFill>
                  <a:srgbClr val="9E9E9E"/>
                </a:solidFill>
                <a:ea typeface="Gmarket Sans Medium"/>
              </a:rPr>
              <a:t>프로그램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200" y="2603500"/>
            <a:ext cx="4686300" cy="749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394200" y="2794000"/>
            <a:ext cx="94869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sz="2000" b="0" i="0" u="none" strike="noStrike" spc="100">
                <a:solidFill>
                  <a:srgbClr val="000000"/>
                </a:solidFill>
                <a:ea typeface="Pretendard Regular"/>
              </a:rPr>
              <a:t>에너지응용프로그래밍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0" y="863600"/>
            <a:ext cx="9537700" cy="7924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0" y="533400"/>
            <a:ext cx="97282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700" y="6350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4600" y="-571500"/>
            <a:ext cx="114300" cy="1435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93800" y="3657600"/>
            <a:ext cx="59309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6400" b="0" i="0" u="none" strike="noStrike" spc="-300">
                <a:solidFill>
                  <a:srgbClr val="000000"/>
                </a:solidFill>
                <a:ea typeface="Gmarket Sans Medium"/>
              </a:rPr>
              <a:t>순서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00" y="3403600"/>
            <a:ext cx="952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00" y="5702300"/>
            <a:ext cx="952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00" y="6845300"/>
            <a:ext cx="95250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00" y="8001000"/>
            <a:ext cx="9525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00" y="4546600"/>
            <a:ext cx="95250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00" y="2247900"/>
            <a:ext cx="95250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277600" y="25908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학습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모드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설정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0" y="2527300"/>
            <a:ext cx="596900" cy="596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724900" y="26924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06500" y="3746500"/>
            <a:ext cx="32512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단어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학습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0" y="3683000"/>
            <a:ext cx="596900" cy="5969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724900" y="38354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48895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단어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수정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/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삭제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0" y="4826000"/>
            <a:ext cx="596900" cy="596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724900" y="49911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60452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프로그램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시작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0" y="5981700"/>
            <a:ext cx="596900" cy="5969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8724900" y="61341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39500" y="71882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꾸미기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0" y="7124700"/>
            <a:ext cx="596900" cy="5969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8724900" y="72898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77600" y="14478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단어장</a:t>
            </a:r>
            <a:r>
              <a:rPr lang="en-US" sz="2500" b="0" i="0" u="none" strike="noStrike" spc="-1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500" b="0" i="0" u="none" strike="noStrike" spc="-100">
                <a:solidFill>
                  <a:srgbClr val="000000"/>
                </a:solidFill>
                <a:ea typeface="Gmarket Sans Medium"/>
              </a:rPr>
              <a:t>생성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1384300"/>
            <a:ext cx="596900" cy="5969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8724900" y="15367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02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064500" y="2717800"/>
            <a:ext cx="73025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수업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시간에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사용했던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tkinter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사용</a:t>
            </a: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random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모듈을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사용함</a:t>
            </a: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json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모듈을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사용함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64500" y="6057900"/>
            <a:ext cx="77470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words.json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이라는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파일을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생성하여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단어장을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생성함</a:t>
            </a:r>
          </a:p>
          <a:p>
            <a:pPr lvl="0" algn="ctr">
              <a:lnSpc>
                <a:spcPct val="124499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메모장에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파일을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작성함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2768600"/>
            <a:ext cx="6172200" cy="1422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6096000"/>
            <a:ext cx="6172200" cy="2425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378200" y="1409700"/>
            <a:ext cx="115189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코드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78200" y="4660900"/>
            <a:ext cx="115189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단어장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03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2717800"/>
            <a:ext cx="6172200" cy="317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78200" y="1409700"/>
            <a:ext cx="115189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학습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모드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설정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55000" y="2717800"/>
            <a:ext cx="73025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수업시간에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배운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class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활용</a:t>
            </a:r>
          </a:p>
          <a:p>
            <a:pPr lvl="0" algn="ctr">
              <a:lnSpc>
                <a:spcPct val="124499"/>
              </a:lnSpc>
            </a:pPr>
            <a:endParaRPr lang="ko-KR" sz="2000" b="1" i="0" u="none" strike="noStrike">
              <a:solidFill>
                <a:srgbClr val="000000"/>
              </a:solidFill>
              <a:ea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"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모든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단어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학습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"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누르면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select_all_words()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실행</a:t>
            </a:r>
          </a:p>
          <a:p>
            <a:pPr lvl="0" algn="ctr">
              <a:lnSpc>
                <a:spcPct val="124499"/>
              </a:lnSpc>
            </a:pPr>
            <a:endParaRPr lang="ko-KR" sz="2000" b="1" i="0" u="none" strike="noStrike">
              <a:solidFill>
                <a:srgbClr val="000000"/>
              </a:solidFill>
              <a:ea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"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오답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단어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복습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"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누르면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select_wrong_words()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실행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48549E4-1E31-2D6B-8D40-D62C96F49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8896" y="5143500"/>
            <a:ext cx="4428235" cy="3608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03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2489200"/>
            <a:ext cx="6172200" cy="4394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78200" y="1409700"/>
            <a:ext cx="115189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단어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학습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56600" y="2870200"/>
            <a:ext cx="7302500" cy="302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1" i="0" u="none" strike="noStrike" dirty="0" err="1">
                <a:solidFill>
                  <a:srgbClr val="000000"/>
                </a:solidFill>
                <a:latin typeface="Pretendard Light"/>
              </a:rPr>
              <a:t>words.jason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이나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2000" b="1" i="0" u="none" strike="noStrike" dirty="0" err="1">
                <a:solidFill>
                  <a:srgbClr val="000000"/>
                </a:solidFill>
                <a:latin typeface="Pretendard Light"/>
              </a:rPr>
              <a:t>words_wrong.json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파일을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읽은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후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메모리를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불러옴</a:t>
            </a:r>
          </a:p>
          <a:p>
            <a:pPr lvl="0" algn="ctr">
              <a:lnSpc>
                <a:spcPct val="124499"/>
              </a:lnSpc>
            </a:pPr>
            <a:endParaRPr lang="ko-KR" sz="2000" b="1" i="0" u="none" strike="noStrike" dirty="0">
              <a:solidFill>
                <a:srgbClr val="000000"/>
              </a:solidFill>
              <a:ea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--&gt;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단어를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불러온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후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random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을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사용하여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무작위로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문제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출제</a:t>
            </a:r>
          </a:p>
          <a:p>
            <a:pPr lvl="0" algn="ctr">
              <a:lnSpc>
                <a:spcPct val="124499"/>
              </a:lnSpc>
            </a:pPr>
            <a:endParaRPr lang="ko-KR" sz="2000" b="1" i="0" u="none" strike="noStrike" dirty="0">
              <a:solidFill>
                <a:srgbClr val="000000"/>
              </a:solidFill>
              <a:ea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--&gt;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이러한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기능을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수행하는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함수가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2000" b="1" i="0" u="none" strike="noStrike" dirty="0" err="1">
                <a:solidFill>
                  <a:srgbClr val="000000"/>
                </a:solidFill>
                <a:latin typeface="Pretendard Light"/>
              </a:rPr>
              <a:t>next_word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()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와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2000" b="1" i="0" u="none" strike="noStrike" dirty="0" err="1">
                <a:solidFill>
                  <a:srgbClr val="000000"/>
                </a:solidFill>
                <a:latin typeface="Pretendard Light"/>
              </a:rPr>
              <a:t>check_answer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()</a:t>
            </a:r>
          </a:p>
          <a:p>
            <a:pPr lvl="0" algn="ctr">
              <a:lnSpc>
                <a:spcPct val="124499"/>
              </a:lnSpc>
            </a:pPr>
            <a:endParaRPr lang="en-US" sz="2000" b="1" i="0" u="none" strike="noStrike" dirty="0">
              <a:solidFill>
                <a:srgbClr val="000000"/>
              </a:solidFill>
              <a:latin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--&gt;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문제를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 err="1">
                <a:solidFill>
                  <a:srgbClr val="000000"/>
                </a:solidFill>
                <a:ea typeface="Pretendard Light"/>
              </a:rPr>
              <a:t>풀게되면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sz="2000" b="1" i="0" u="none" strike="noStrike" dirty="0" err="1">
                <a:solidFill>
                  <a:srgbClr val="000000"/>
                </a:solidFill>
                <a:latin typeface="Pretendard Light"/>
              </a:rPr>
              <a:t>update_score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()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라는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함수를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활용하여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맞춘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문제와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총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푼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문제의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수를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 dirty="0">
                <a:solidFill>
                  <a:srgbClr val="000000"/>
                </a:solidFill>
                <a:ea typeface="Pretendard Light"/>
              </a:rPr>
              <a:t>나타낸다</a:t>
            </a:r>
            <a:r>
              <a:rPr lang="en-US" sz="2000" b="1" i="0" u="none" strike="noStrike" dirty="0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731013F-7D76-AAB0-14F1-F58A8AC621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01" y="66743"/>
            <a:ext cx="4491633" cy="52946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DE48622-050F-1956-DE61-3052AE94FE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331" y="1409700"/>
            <a:ext cx="2838846" cy="276263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54965C6-69F0-0517-CE10-576EE414A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4113" y="2247732"/>
            <a:ext cx="4570580" cy="53732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48A2CA2-5032-C331-498E-333A2D0F9A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5838" y="4302000"/>
            <a:ext cx="2629267" cy="272453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088FA7A-9ED3-1D03-43F6-1574FB169F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1455" y="7810251"/>
            <a:ext cx="1571844" cy="885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03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2641600"/>
            <a:ext cx="7188200" cy="4241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78200" y="1409700"/>
            <a:ext cx="115189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단어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수정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/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삭제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(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단어장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관리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18600" y="2717800"/>
            <a:ext cx="7302500" cy="302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사용자가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삭제하고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싶은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영어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단어를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입력</a:t>
            </a:r>
          </a:p>
          <a:p>
            <a:pPr lvl="0" algn="ctr">
              <a:lnSpc>
                <a:spcPct val="124499"/>
              </a:lnSpc>
            </a:pPr>
            <a:endParaRPr lang="ko-KR" sz="2000" b="1" i="0" u="none" strike="noStrike">
              <a:solidFill>
                <a:srgbClr val="000000"/>
              </a:solidFill>
              <a:ea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--&gt; words.json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으로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저장된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파일에서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삭제하고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싶어하는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2000" b="0" i="0" u="none" strike="noStrike">
                <a:solidFill>
                  <a:srgbClr val="000000"/>
                </a:solidFill>
                <a:ea typeface="Pretendard Light"/>
              </a:rPr>
              <a:t>단어를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Light"/>
              </a:rPr>
              <a:t>for</a:t>
            </a:r>
            <a:r>
              <a:rPr lang="ko-KR" sz="2000" b="0" i="0" u="none" strike="noStrike">
                <a:solidFill>
                  <a:srgbClr val="000000"/>
                </a:solidFill>
                <a:ea typeface="Pretendard Light"/>
              </a:rPr>
              <a:t>문을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Light"/>
              </a:rPr>
              <a:t>활용해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Light"/>
              </a:rPr>
              <a:t>찾아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Light"/>
              </a:rPr>
              <a:t>삭제</a:t>
            </a:r>
          </a:p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--&gt;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파일에도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바로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반영해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저장</a:t>
            </a:r>
          </a:p>
          <a:p>
            <a:pPr lvl="0" algn="ctr">
              <a:lnSpc>
                <a:spcPct val="124499"/>
              </a:lnSpc>
            </a:pPr>
            <a:endParaRPr lang="ko-KR" sz="2000" b="1" i="0" u="none" strike="noStrike">
              <a:solidFill>
                <a:srgbClr val="000000"/>
              </a:solidFill>
              <a:ea typeface="Pretendard Light"/>
            </a:endParaRPr>
          </a:p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*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만약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단어가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없으면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"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해당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단어를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찾을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없습니다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"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라고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알려줍니다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01A89CB-75BB-ED77-A018-5C63F99E8D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189" y="1948204"/>
            <a:ext cx="4663022" cy="380358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EFC09D3-4B24-5DF7-375E-D4BB34760C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9447" y="3362030"/>
            <a:ext cx="3562847" cy="21053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C80F85D-AA6E-132A-E10F-F141265446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5405" y="3595118"/>
            <a:ext cx="3591426" cy="206721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4964A04-0C0A-A351-307B-7ECB305E4D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5787" y="6335570"/>
            <a:ext cx="3562848" cy="2046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03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2971800"/>
            <a:ext cx="6172200" cy="50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4254500"/>
            <a:ext cx="6172200" cy="406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378200" y="1409700"/>
            <a:ext cx="115189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프로그램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시작</a:t>
            </a:r>
            <a:r>
              <a:rPr lang="en-US" sz="58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5800" b="0" i="0" u="none" strike="noStrike">
                <a:solidFill>
                  <a:srgbClr val="000000"/>
                </a:solidFill>
                <a:ea typeface="Gmarket Sans Medium"/>
              </a:rPr>
              <a:t>꾸미기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55000" y="2857500"/>
            <a:ext cx="73025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geometry("400x400")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창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크기를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가로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400,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세로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400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픽셀로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고정</a:t>
            </a:r>
          </a:p>
          <a:p>
            <a:pPr lvl="0" algn="ctr">
              <a:lnSpc>
                <a:spcPct val="124499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창을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마우스로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늘리거나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줄일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없게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막음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55000" y="4432300"/>
            <a:ext cx="7302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글꼴은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Arial,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글자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크기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 24pt,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굵게</a:t>
            </a:r>
            <a:r>
              <a:rPr lang="en-US" sz="2000" b="1" i="0" u="none" strike="noStrike">
                <a:solidFill>
                  <a:srgbClr val="000000"/>
                </a:solidFill>
                <a:latin typeface="Pretendard Light"/>
              </a:rPr>
              <a:t>(bold) </a:t>
            </a:r>
            <a:r>
              <a:rPr lang="ko-KR" sz="2000" b="1" i="0" u="none" strike="noStrike">
                <a:solidFill>
                  <a:srgbClr val="000000"/>
                </a:solidFill>
                <a:ea typeface="Pretendard Light"/>
              </a:rPr>
              <a:t>표시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5726C26-2639-B700-1A9B-758771216B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200" y="4909481"/>
            <a:ext cx="4715395" cy="391944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2F61EB3-AFA2-61B6-46B2-211CCFD822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9797" y="5118100"/>
            <a:ext cx="3200400" cy="3770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246</Words>
  <Application>Microsoft Office PowerPoint</Application>
  <PresentationFormat>사용자 지정</PresentationFormat>
  <Paragraphs>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Gmarket Sans Medium</vt:lpstr>
      <vt:lpstr>Arial</vt:lpstr>
      <vt:lpstr>Pretendard Light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박세준</dc:creator>
  <cp:lastModifiedBy>sejune park</cp:lastModifiedBy>
  <cp:revision>2</cp:revision>
  <dcterms:created xsi:type="dcterms:W3CDTF">2006-08-16T00:00:00Z</dcterms:created>
  <dcterms:modified xsi:type="dcterms:W3CDTF">2025-04-14T07:18:39Z</dcterms:modified>
</cp:coreProperties>
</file>